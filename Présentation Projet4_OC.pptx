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8fd89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8fd89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b8a3728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b8a3728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8a37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8a37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Les types de colonnes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Le nombre de colonnes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encodage nécessaire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8fd8997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8fd8997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8a37283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b8a3728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b8a3728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b8a3728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Slide 5 : Cas Concrets (Feature Importance Locale)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Visuel :</a:t>
            </a:r>
            <a:r>
              <a:rPr lang="fr">
                <a:solidFill>
                  <a:schemeClr val="dk1"/>
                </a:solidFill>
              </a:rPr>
              <a:t> Deux </a:t>
            </a:r>
            <a:r>
              <a:rPr b="1" lang="fr">
                <a:solidFill>
                  <a:schemeClr val="dk1"/>
                </a:solidFill>
              </a:rPr>
              <a:t>Waterfall Plots</a:t>
            </a:r>
            <a:r>
              <a:rPr lang="fr">
                <a:solidFill>
                  <a:schemeClr val="dk1"/>
                </a:solidFill>
              </a:rPr>
              <a:t> côte à côte.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Exemple 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fr">
                <a:solidFill>
                  <a:schemeClr val="dk1"/>
                </a:solidFill>
              </a:rPr>
              <a:t>Employé A :</a:t>
            </a:r>
            <a:r>
              <a:rPr lang="fr">
                <a:solidFill>
                  <a:schemeClr val="dk1"/>
                </a:solidFill>
              </a:rPr>
              <a:t> Prédit partant à cause d'une faible satisfaction environnementale malgré un bon salaire.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fr">
                <a:solidFill>
                  <a:schemeClr val="dk1"/>
                </a:solidFill>
              </a:rPr>
              <a:t>Employé B :</a:t>
            </a:r>
            <a:r>
              <a:rPr lang="fr">
                <a:solidFill>
                  <a:schemeClr val="dk1"/>
                </a:solidFill>
              </a:rPr>
              <a:t> Retenu par sa promotion récente malgré ses heures supplémentaires.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Message :</a:t>
            </a:r>
            <a:r>
              <a:rPr lang="fr">
                <a:solidFill>
                  <a:schemeClr val="dk1"/>
                </a:solidFill>
              </a:rPr>
              <a:t> "Le modèle permet de personnaliser la rétention. Chaque employé a son propre cocktail de motivations."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c8fd8997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c8fd899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b8a37283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b8a37283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Slide 7 : Conclusion &amp; Ouverture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ROI :</a:t>
            </a:r>
            <a:r>
              <a:rPr lang="fr">
                <a:solidFill>
                  <a:schemeClr val="dk1"/>
                </a:solidFill>
              </a:rPr>
              <a:t> "Réduire le turnover de 10% permet d'économiser [Estimation] euros en coûts de recrutement."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Évolutivité :</a:t>
            </a:r>
            <a:r>
              <a:rPr lang="fr">
                <a:solidFill>
                  <a:schemeClr val="dk1"/>
                </a:solidFill>
              </a:rPr>
              <a:t> Le modèle peut être mis à jour chaque mois avec les nouvelles enquêtes de satisfaction.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c8fd8997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c8fd8997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8fd8997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c8fd8997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c8fd8997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c8fd899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8fd8997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c8fd8997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ESN TechNova Partners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Recherche d’explication de l’attrition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/>
              <a:t>Les données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Sources de données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00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fichiers: </a:t>
            </a:r>
            <a:r>
              <a:rPr lang="fr"/>
              <a:t>Fichier</a:t>
            </a:r>
            <a:r>
              <a:rPr lang="fr"/>
              <a:t> SIRH , Fichier SI des évaluations annuelles de performance (satisfaction, note, augmentation du salaire), Fichier issu d’un sondage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3 donnent toutes les informations sur chaque salarié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Nécessite une jointure et un encodage pour être utilisable pour le modèle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Jointure des trois tables via id_employé, eval_number et code_sondage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75" y="276450"/>
            <a:ext cx="8141200" cy="45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1895300"/>
            <a:ext cx="85206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exploratoire, </a:t>
            </a:r>
            <a:br>
              <a:rPr lang="fr"/>
            </a:br>
            <a:r>
              <a:rPr lang="fr"/>
              <a:t>Encodage et Filtrage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</a:t>
            </a:r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00" y="1017725"/>
            <a:ext cx="34671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200" y="1017725"/>
            <a:ext cx="36004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8200" y="3132275"/>
            <a:ext cx="348615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259750" y="393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Encodage et filtrage via matrice de corrélation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variables à encoder :   frequence_deplacement (</a:t>
            </a:r>
            <a:r>
              <a:rPr lang="fr"/>
              <a:t>Ordinale), domaine_etude, departement, statut_marital, poste (Non Ordinales)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Plusieurs matrices de corrélations ont été réalisées afin de supprimer les features trop corrélées (&gt;85)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   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5" y="0"/>
            <a:ext cx="87623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Modèles créés et testés</a:t>
            </a:r>
            <a:endParaRPr/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 modèles testés: modèle Dummy (étalon), Régression logistique (linéaire), RandomForest (arbres de décision), SVM (autre modèle non-linéaire)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On équilibre les classes pour améliorer la performance des modèles puis on recherche les scores captant le plus de départ (quitte à sacrifier la précision)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75" y="2621375"/>
            <a:ext cx="7327026" cy="24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75" y="97650"/>
            <a:ext cx="8517649" cy="467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00" y="58875"/>
            <a:ext cx="78659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480050" y="108075"/>
            <a:ext cx="8250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Waterfall Plot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5575"/>
            <a:ext cx="8255626" cy="43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